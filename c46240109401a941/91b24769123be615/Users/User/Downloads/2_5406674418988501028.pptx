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51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29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827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49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950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0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50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62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13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07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44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EE77E-0259-4D06-AAAA-0E3B0D63DCDD}" type="datetimeFigureOut">
              <a:rPr lang="ru-RU" smtClean="0"/>
              <a:t>01.03.2024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15A11-90D6-4F95-848C-C7D90C53C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7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83" y="166255"/>
            <a:ext cx="3433763" cy="343376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499" y="202057"/>
            <a:ext cx="3432345" cy="343844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65" y="206736"/>
            <a:ext cx="3433763" cy="34337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17" y="3076791"/>
            <a:ext cx="3433763" cy="34337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41" y="3200400"/>
            <a:ext cx="3433763" cy="34337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65" y="3200400"/>
            <a:ext cx="3433763" cy="343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02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3" y="470944"/>
            <a:ext cx="2761817" cy="276181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00" y="3320541"/>
            <a:ext cx="2761817" cy="276181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617" y="470943"/>
            <a:ext cx="2761817" cy="276181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718" y="470943"/>
            <a:ext cx="2761817" cy="276181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819" y="470943"/>
            <a:ext cx="2761817" cy="276181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14" y="3320541"/>
            <a:ext cx="2761817" cy="276181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581" y="3297589"/>
            <a:ext cx="2761817" cy="276181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067" y="3297590"/>
            <a:ext cx="2761817" cy="276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000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New</dc:creator>
  <cp:lastModifiedBy>New</cp:lastModifiedBy>
  <cp:revision>1</cp:revision>
  <dcterms:created xsi:type="dcterms:W3CDTF">2024-03-01T10:14:08Z</dcterms:created>
  <dcterms:modified xsi:type="dcterms:W3CDTF">2024-03-01T10:17:47Z</dcterms:modified>
</cp:coreProperties>
</file>
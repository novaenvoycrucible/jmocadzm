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58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757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74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4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856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277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16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150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0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69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47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34B5F-1785-4000-9F5B-CA26AD76DF59}" type="datetimeFigureOut">
              <a:rPr lang="ru-RU" smtClean="0"/>
              <a:t>15.01.2024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003CE-279F-4768-8A75-322D051EB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16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620039"/>
              </p:ext>
            </p:extLst>
          </p:nvPr>
        </p:nvGraphicFramePr>
        <p:xfrm>
          <a:off x="1122220" y="719666"/>
          <a:ext cx="9296400" cy="29734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152887889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68399747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318317199"/>
                    </a:ext>
                  </a:extLst>
                </a:gridCol>
                <a:gridCol w="1711035">
                  <a:extLst>
                    <a:ext uri="{9D8B030D-6E8A-4147-A177-3AD203B41FA5}">
                      <a16:colId xmlns:a16="http://schemas.microsoft.com/office/drawing/2014/main" val="3031359451"/>
                    </a:ext>
                  </a:extLst>
                </a:gridCol>
                <a:gridCol w="1731818">
                  <a:extLst>
                    <a:ext uri="{9D8B030D-6E8A-4147-A177-3AD203B41FA5}">
                      <a16:colId xmlns:a16="http://schemas.microsoft.com/office/drawing/2014/main" val="2912797258"/>
                    </a:ext>
                  </a:extLst>
                </a:gridCol>
                <a:gridCol w="1205347">
                  <a:extLst>
                    <a:ext uri="{9D8B030D-6E8A-4147-A177-3AD203B41FA5}">
                      <a16:colId xmlns:a16="http://schemas.microsoft.com/office/drawing/2014/main" val="861648285"/>
                    </a:ext>
                  </a:extLst>
                </a:gridCol>
              </a:tblGrid>
              <a:tr h="526627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ПОНЕДІЛОК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ВІВТОРОК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СЕРЕДА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ЧЕТВЕР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П</a:t>
                      </a:r>
                      <a:r>
                        <a:rPr lang="en-US" dirty="0" smtClean="0"/>
                        <a:t>’</a:t>
                      </a:r>
                      <a:r>
                        <a:rPr lang="uk-UA" dirty="0" smtClean="0"/>
                        <a:t>ЯТНИЦЯ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42760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baseline="0" dirty="0" smtClean="0"/>
                        <a:t>1 пара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Зарубіжна. літ</a:t>
                      </a:r>
                    </a:p>
                    <a:p>
                      <a:pPr algn="ctr"/>
                      <a:r>
                        <a:rPr lang="uk-UA" dirty="0" smtClean="0"/>
                        <a:t>ПРАВО-1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Зарубіжна. літ</a:t>
                      </a:r>
                    </a:p>
                    <a:p>
                      <a:pPr algn="ctr"/>
                      <a:r>
                        <a:rPr lang="uk-UA" dirty="0" smtClean="0"/>
                        <a:t>КН-1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48470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uk-UA" dirty="0" smtClean="0"/>
                        <a:t>2 пара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err="1" smtClean="0"/>
                        <a:t>Укр</a:t>
                      </a:r>
                      <a:r>
                        <a:rPr lang="uk-UA" dirty="0" smtClean="0"/>
                        <a:t>. мова</a:t>
                      </a:r>
                    </a:p>
                    <a:p>
                      <a:pPr algn="ctr"/>
                      <a:r>
                        <a:rPr lang="uk-UA" dirty="0" smtClean="0"/>
                        <a:t> ІПЗ-1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Зарубіжна. літ</a:t>
                      </a:r>
                    </a:p>
                    <a:p>
                      <a:pPr algn="ctr"/>
                      <a:r>
                        <a:rPr lang="uk-UA" smtClean="0"/>
                        <a:t>ПТ-1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697383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uk-UA" dirty="0" smtClean="0"/>
                        <a:t>3 пара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err="1" smtClean="0"/>
                        <a:t>Укр</a:t>
                      </a:r>
                      <a:r>
                        <a:rPr lang="uk-UA" dirty="0" smtClean="0"/>
                        <a:t>. мова</a:t>
                      </a:r>
                    </a:p>
                    <a:p>
                      <a:pPr algn="ctr"/>
                      <a:r>
                        <a:rPr lang="uk-UA" dirty="0" smtClean="0"/>
                        <a:t> КН-1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Зарубіжна. літ</a:t>
                      </a:r>
                    </a:p>
                    <a:p>
                      <a:pPr algn="ctr"/>
                      <a:r>
                        <a:rPr lang="uk-UA" dirty="0" smtClean="0"/>
                        <a:t>ІПЗ-1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797381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r>
                        <a:rPr lang="uk-UA" dirty="0" smtClean="0"/>
                        <a:t>4 пара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86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6525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</Words>
  <Application>Microsoft Office PowerPoint</Application>
  <PresentationFormat>Широкоэкранный</PresentationFormat>
  <Paragraphs>21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New</dc:creator>
  <cp:lastModifiedBy>New</cp:lastModifiedBy>
  <cp:revision>2</cp:revision>
  <dcterms:created xsi:type="dcterms:W3CDTF">2024-01-09T11:24:22Z</dcterms:created>
  <dcterms:modified xsi:type="dcterms:W3CDTF">2024-01-15T09:34:58Z</dcterms:modified>
</cp:coreProperties>
</file>
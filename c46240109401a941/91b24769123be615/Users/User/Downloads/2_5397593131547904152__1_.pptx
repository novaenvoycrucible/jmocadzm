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F5DB-579C-42CE-93FF-92B3BEF56737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E2FA-7A19-4F10-9D00-FA51C5B60A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296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F5DB-579C-42CE-93FF-92B3BEF56737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E2FA-7A19-4F10-9D00-FA51C5B60A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64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F5DB-579C-42CE-93FF-92B3BEF56737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E2FA-7A19-4F10-9D00-FA51C5B60A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656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F5DB-579C-42CE-93FF-92B3BEF56737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E2FA-7A19-4F10-9D00-FA51C5B60A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266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F5DB-579C-42CE-93FF-92B3BEF56737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E2FA-7A19-4F10-9D00-FA51C5B60A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654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F5DB-579C-42CE-93FF-92B3BEF56737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E2FA-7A19-4F10-9D00-FA51C5B60A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9934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F5DB-579C-42CE-93FF-92B3BEF56737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E2FA-7A19-4F10-9D00-FA51C5B60A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156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F5DB-579C-42CE-93FF-92B3BEF56737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E2FA-7A19-4F10-9D00-FA51C5B60A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125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F5DB-579C-42CE-93FF-92B3BEF56737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E2FA-7A19-4F10-9D00-FA51C5B60A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750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F5DB-579C-42CE-93FF-92B3BEF56737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E2FA-7A19-4F10-9D00-FA51C5B60A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836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F5DB-579C-42CE-93FF-92B3BEF56737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E2FA-7A19-4F10-9D00-FA51C5B60A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963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7F5DB-579C-42CE-93FF-92B3BEF56737}" type="datetimeFigureOut">
              <a:rPr lang="ru-RU" smtClean="0"/>
              <a:t>03.06.2024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7E2FA-7A19-4F10-9D00-FA51C5B60A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88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7" b="3534"/>
          <a:stretch/>
        </p:blipFill>
        <p:spPr>
          <a:xfrm>
            <a:off x="122733" y="96982"/>
            <a:ext cx="3835946" cy="354676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7" b="3534"/>
          <a:stretch/>
        </p:blipFill>
        <p:spPr>
          <a:xfrm>
            <a:off x="3738768" y="96982"/>
            <a:ext cx="3835946" cy="35467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7" b="3534"/>
          <a:stretch/>
        </p:blipFill>
        <p:spPr>
          <a:xfrm>
            <a:off x="7794625" y="96982"/>
            <a:ext cx="3835946" cy="35467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3" b="11429"/>
          <a:stretch/>
        </p:blipFill>
        <p:spPr>
          <a:xfrm rot="3923335">
            <a:off x="1061590" y="3280902"/>
            <a:ext cx="3100496" cy="325251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3" b="11429"/>
          <a:stretch/>
        </p:blipFill>
        <p:spPr>
          <a:xfrm rot="3923335">
            <a:off x="4897536" y="3145058"/>
            <a:ext cx="3100496" cy="325251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3" b="11429"/>
          <a:stretch/>
        </p:blipFill>
        <p:spPr>
          <a:xfrm rot="3923335">
            <a:off x="8513571" y="3280903"/>
            <a:ext cx="3100496" cy="325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79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7" b="3534"/>
          <a:stretch/>
        </p:blipFill>
        <p:spPr>
          <a:xfrm>
            <a:off x="122733" y="96982"/>
            <a:ext cx="3835946" cy="354676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7" b="3534"/>
          <a:stretch/>
        </p:blipFill>
        <p:spPr>
          <a:xfrm>
            <a:off x="3738768" y="96982"/>
            <a:ext cx="3835946" cy="35467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7" b="3534"/>
          <a:stretch/>
        </p:blipFill>
        <p:spPr>
          <a:xfrm>
            <a:off x="7794625" y="96982"/>
            <a:ext cx="3835946" cy="35467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3" b="11429"/>
          <a:stretch/>
        </p:blipFill>
        <p:spPr>
          <a:xfrm rot="3923335">
            <a:off x="1061590" y="3280902"/>
            <a:ext cx="3100496" cy="325251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3" b="11429"/>
          <a:stretch/>
        </p:blipFill>
        <p:spPr>
          <a:xfrm rot="3923335">
            <a:off x="4897536" y="3145058"/>
            <a:ext cx="3100496" cy="325251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3" b="11429"/>
          <a:stretch/>
        </p:blipFill>
        <p:spPr>
          <a:xfrm rot="3923335">
            <a:off x="8513571" y="3280903"/>
            <a:ext cx="3100496" cy="325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062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7" b="3534"/>
          <a:stretch/>
        </p:blipFill>
        <p:spPr>
          <a:xfrm>
            <a:off x="122733" y="96982"/>
            <a:ext cx="3835946" cy="354676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7" b="3534"/>
          <a:stretch/>
        </p:blipFill>
        <p:spPr>
          <a:xfrm>
            <a:off x="3738768" y="96982"/>
            <a:ext cx="3835946" cy="35467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7" b="3534"/>
          <a:stretch/>
        </p:blipFill>
        <p:spPr>
          <a:xfrm>
            <a:off x="7794625" y="96982"/>
            <a:ext cx="3835946" cy="35467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3" b="11429"/>
          <a:stretch/>
        </p:blipFill>
        <p:spPr>
          <a:xfrm rot="3923335">
            <a:off x="1061590" y="3280902"/>
            <a:ext cx="3100496" cy="325251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3" b="11429"/>
          <a:stretch/>
        </p:blipFill>
        <p:spPr>
          <a:xfrm rot="3923335">
            <a:off x="4897536" y="3145058"/>
            <a:ext cx="3100496" cy="325251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3" b="11429"/>
          <a:stretch/>
        </p:blipFill>
        <p:spPr>
          <a:xfrm rot="3923335">
            <a:off x="8513571" y="3280903"/>
            <a:ext cx="3100496" cy="325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32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7" b="3534"/>
          <a:stretch/>
        </p:blipFill>
        <p:spPr>
          <a:xfrm>
            <a:off x="122733" y="96982"/>
            <a:ext cx="3835946" cy="354676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7" b="3534"/>
          <a:stretch/>
        </p:blipFill>
        <p:spPr>
          <a:xfrm>
            <a:off x="3738768" y="96982"/>
            <a:ext cx="3835946" cy="35467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7" b="3534"/>
          <a:stretch/>
        </p:blipFill>
        <p:spPr>
          <a:xfrm>
            <a:off x="7794625" y="96982"/>
            <a:ext cx="3835946" cy="35467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3" b="11429"/>
          <a:stretch/>
        </p:blipFill>
        <p:spPr>
          <a:xfrm rot="3923335">
            <a:off x="1061590" y="3280902"/>
            <a:ext cx="3100496" cy="325251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3" b="11429"/>
          <a:stretch/>
        </p:blipFill>
        <p:spPr>
          <a:xfrm rot="3923335">
            <a:off x="4897536" y="3145058"/>
            <a:ext cx="3100496" cy="325251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3" b="11429"/>
          <a:stretch/>
        </p:blipFill>
        <p:spPr>
          <a:xfrm rot="3923335">
            <a:off x="8513571" y="3280903"/>
            <a:ext cx="3100496" cy="325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2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7" b="3534"/>
          <a:stretch/>
        </p:blipFill>
        <p:spPr>
          <a:xfrm>
            <a:off x="122733" y="96982"/>
            <a:ext cx="3835946" cy="354676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7" b="3534"/>
          <a:stretch/>
        </p:blipFill>
        <p:spPr>
          <a:xfrm>
            <a:off x="3738768" y="96982"/>
            <a:ext cx="3835946" cy="35467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7" b="3534"/>
          <a:stretch/>
        </p:blipFill>
        <p:spPr>
          <a:xfrm>
            <a:off x="7794625" y="96982"/>
            <a:ext cx="3835946" cy="35467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3" b="11429"/>
          <a:stretch/>
        </p:blipFill>
        <p:spPr>
          <a:xfrm rot="3923335">
            <a:off x="1061590" y="3280902"/>
            <a:ext cx="3100496" cy="325251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3" b="11429"/>
          <a:stretch/>
        </p:blipFill>
        <p:spPr>
          <a:xfrm rot="3923335">
            <a:off x="4897536" y="3145058"/>
            <a:ext cx="3100496" cy="325251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3" b="11429"/>
          <a:stretch/>
        </p:blipFill>
        <p:spPr>
          <a:xfrm rot="3923335">
            <a:off x="8513571" y="3280903"/>
            <a:ext cx="3100496" cy="325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49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85" y="0"/>
            <a:ext cx="5529262" cy="6858000"/>
          </a:xfrm>
        </p:spPr>
      </p:pic>
      <p:pic>
        <p:nvPicPr>
          <p:cNvPr id="6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376" y="0"/>
            <a:ext cx="55292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715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85" y="0"/>
            <a:ext cx="5529262" cy="6858000"/>
          </a:xfrm>
        </p:spPr>
      </p:pic>
      <p:pic>
        <p:nvPicPr>
          <p:cNvPr id="6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376" y="0"/>
            <a:ext cx="55292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930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85" y="0"/>
            <a:ext cx="5529262" cy="6858000"/>
          </a:xfrm>
        </p:spPr>
      </p:pic>
      <p:pic>
        <p:nvPicPr>
          <p:cNvPr id="6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376" y="0"/>
            <a:ext cx="55292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678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85" y="0"/>
            <a:ext cx="5529262" cy="6858000"/>
          </a:xfrm>
        </p:spPr>
      </p:pic>
      <p:pic>
        <p:nvPicPr>
          <p:cNvPr id="6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376" y="0"/>
            <a:ext cx="55292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165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85" y="0"/>
            <a:ext cx="5529262" cy="6858000"/>
          </a:xfrm>
        </p:spPr>
      </p:pic>
      <p:pic>
        <p:nvPicPr>
          <p:cNvPr id="6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376" y="0"/>
            <a:ext cx="55292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803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New</dc:creator>
  <cp:lastModifiedBy>New</cp:lastModifiedBy>
  <cp:revision>1</cp:revision>
  <dcterms:created xsi:type="dcterms:W3CDTF">2024-06-03T08:28:21Z</dcterms:created>
  <dcterms:modified xsi:type="dcterms:W3CDTF">2024-06-03T08:35:49Z</dcterms:modified>
</cp:coreProperties>
</file>
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E1B0104-8037-4D0A-995A-12E0E88E89F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F3D2-A8D4-4FCC-B9E0-DE1FDD047015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C21-756F-43FA-BB42-C2475DBC47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608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F3D2-A8D4-4FCC-B9E0-DE1FDD047015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C21-756F-43FA-BB42-C2475DBC47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07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F3D2-A8D4-4FCC-B9E0-DE1FDD047015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C21-756F-43FA-BB42-C2475DBC47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38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F3D2-A8D4-4FCC-B9E0-DE1FDD047015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C21-756F-43FA-BB42-C2475DBC47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F3D2-A8D4-4FCC-B9E0-DE1FDD047015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C21-756F-43FA-BB42-C2475DBC47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284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F3D2-A8D4-4FCC-B9E0-DE1FDD047015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C21-756F-43FA-BB42-C2475DBC47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43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F3D2-A8D4-4FCC-B9E0-DE1FDD047015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C21-756F-43FA-BB42-C2475DBC47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34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F3D2-A8D4-4FCC-B9E0-DE1FDD047015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C21-756F-43FA-BB42-C2475DBC47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88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F3D2-A8D4-4FCC-B9E0-DE1FDD047015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C21-756F-43FA-BB42-C2475DBC47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646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F3D2-A8D4-4FCC-B9E0-DE1FDD047015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C21-756F-43FA-BB42-C2475DBC47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93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F3D2-A8D4-4FCC-B9E0-DE1FDD047015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C21-756F-43FA-BB42-C2475DBC47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41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3F3D2-A8D4-4FCC-B9E0-DE1FDD047015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61C21-756F-43FA-BB42-C2475DBC47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697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9" t="6519" r="6309" b="15247"/>
          <a:stretch/>
        </p:blipFill>
        <p:spPr>
          <a:xfrm>
            <a:off x="651162" y="263236"/>
            <a:ext cx="2535382" cy="257694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9" t="6519" r="6309" b="15247"/>
          <a:stretch/>
        </p:blipFill>
        <p:spPr>
          <a:xfrm>
            <a:off x="768928" y="3338945"/>
            <a:ext cx="2535382" cy="257694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9" t="6519" r="6309" b="15247"/>
          <a:stretch/>
        </p:blipFill>
        <p:spPr>
          <a:xfrm>
            <a:off x="3186544" y="263236"/>
            <a:ext cx="2535382" cy="257694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9" t="6519" r="6309" b="15247"/>
          <a:stretch/>
        </p:blipFill>
        <p:spPr>
          <a:xfrm>
            <a:off x="3186544" y="3311236"/>
            <a:ext cx="2535382" cy="2576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9" t="6519" r="6309" b="15247"/>
          <a:stretch/>
        </p:blipFill>
        <p:spPr>
          <a:xfrm>
            <a:off x="5985163" y="263236"/>
            <a:ext cx="2535382" cy="257694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9" t="6519" r="6309" b="15247"/>
          <a:stretch/>
        </p:blipFill>
        <p:spPr>
          <a:xfrm>
            <a:off x="6116783" y="3338945"/>
            <a:ext cx="2535382" cy="257694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9" t="6519" r="6309" b="15247"/>
          <a:stretch/>
        </p:blipFill>
        <p:spPr>
          <a:xfrm>
            <a:off x="8652165" y="263236"/>
            <a:ext cx="2535382" cy="257694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9" t="6519" r="6309" b="15247"/>
          <a:stretch/>
        </p:blipFill>
        <p:spPr>
          <a:xfrm>
            <a:off x="8811490" y="3228109"/>
            <a:ext cx="2535382" cy="257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68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5" t="9866" r="9304" b="12576"/>
          <a:stretch/>
        </p:blipFill>
        <p:spPr>
          <a:xfrm>
            <a:off x="471052" y="290946"/>
            <a:ext cx="2466109" cy="2563092"/>
          </a:xfrm>
        </p:spPr>
      </p:pic>
      <p:pic>
        <p:nvPicPr>
          <p:cNvPr id="5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5" t="9866" r="9304" b="12576"/>
          <a:stretch/>
        </p:blipFill>
        <p:spPr>
          <a:xfrm>
            <a:off x="471053" y="3186546"/>
            <a:ext cx="2466109" cy="2563092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5" t="9866" r="9304" b="12576"/>
          <a:stretch/>
        </p:blipFill>
        <p:spPr>
          <a:xfrm>
            <a:off x="2729343" y="290946"/>
            <a:ext cx="2466109" cy="2563092"/>
          </a:xfrm>
          <a:prstGeom prst="rect">
            <a:avLst/>
          </a:prstGeom>
        </p:spPr>
      </p:pic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5" t="9866" r="9304" b="12576"/>
          <a:stretch/>
        </p:blipFill>
        <p:spPr>
          <a:xfrm>
            <a:off x="2729344" y="3186546"/>
            <a:ext cx="2466109" cy="2563092"/>
          </a:xfrm>
          <a:prstGeom prst="rect">
            <a:avLst/>
          </a:prstGeom>
        </p:spPr>
      </p:pic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5" t="9866" r="9304" b="12576"/>
          <a:stretch/>
        </p:blipFill>
        <p:spPr>
          <a:xfrm>
            <a:off x="4862943" y="3186546"/>
            <a:ext cx="2466109" cy="2563092"/>
          </a:xfrm>
          <a:prstGeom prst="rect">
            <a:avLst/>
          </a:prstGeom>
        </p:spPr>
      </p:pic>
      <p:pic>
        <p:nvPicPr>
          <p:cNvPr id="9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5" t="9866" r="9304" b="12576"/>
          <a:stretch/>
        </p:blipFill>
        <p:spPr>
          <a:xfrm>
            <a:off x="4862944" y="290946"/>
            <a:ext cx="2466109" cy="2563092"/>
          </a:xfrm>
          <a:prstGeom prst="rect">
            <a:avLst/>
          </a:prstGeom>
        </p:spPr>
      </p:pic>
      <p:pic>
        <p:nvPicPr>
          <p:cNvPr id="10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5" t="9866" r="9304" b="12576"/>
          <a:stretch/>
        </p:blipFill>
        <p:spPr>
          <a:xfrm>
            <a:off x="9421090" y="3283528"/>
            <a:ext cx="2466109" cy="2563092"/>
          </a:xfrm>
          <a:prstGeom prst="rect">
            <a:avLst/>
          </a:prstGeom>
        </p:spPr>
      </p:pic>
      <p:pic>
        <p:nvPicPr>
          <p:cNvPr id="11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5" t="9866" r="9304" b="12576"/>
          <a:stretch/>
        </p:blipFill>
        <p:spPr>
          <a:xfrm>
            <a:off x="6954981" y="3283528"/>
            <a:ext cx="2466109" cy="2563092"/>
          </a:xfrm>
          <a:prstGeom prst="rect">
            <a:avLst/>
          </a:prstGeom>
        </p:spPr>
      </p:pic>
      <p:pic>
        <p:nvPicPr>
          <p:cNvPr id="12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5" t="9866" r="9304" b="12576"/>
          <a:stretch/>
        </p:blipFill>
        <p:spPr>
          <a:xfrm>
            <a:off x="9282544" y="3380510"/>
            <a:ext cx="2466109" cy="2563092"/>
          </a:xfrm>
          <a:prstGeom prst="rect">
            <a:avLst/>
          </a:prstGeom>
        </p:spPr>
      </p:pic>
      <p:pic>
        <p:nvPicPr>
          <p:cNvPr id="13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5" t="9866" r="9304" b="12576"/>
          <a:stretch/>
        </p:blipFill>
        <p:spPr>
          <a:xfrm>
            <a:off x="9282544" y="505691"/>
            <a:ext cx="2466109" cy="2563092"/>
          </a:xfrm>
          <a:prstGeom prst="rect">
            <a:avLst/>
          </a:prstGeom>
        </p:spPr>
      </p:pic>
      <p:pic>
        <p:nvPicPr>
          <p:cNvPr id="14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5" t="9866" r="9304" b="12576"/>
          <a:stretch/>
        </p:blipFill>
        <p:spPr>
          <a:xfrm>
            <a:off x="6982689" y="505691"/>
            <a:ext cx="2466109" cy="256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6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924" y="368805"/>
            <a:ext cx="1990725" cy="2305050"/>
          </a:xfrm>
        </p:spPr>
      </p:pic>
      <p:pic>
        <p:nvPicPr>
          <p:cNvPr id="5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109" y="368805"/>
            <a:ext cx="1990725" cy="2305050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37" y="3596914"/>
            <a:ext cx="1990725" cy="2305050"/>
          </a:xfrm>
          <a:prstGeom prst="rect">
            <a:avLst/>
          </a:prstGeom>
        </p:spPr>
      </p:pic>
      <p:pic>
        <p:nvPicPr>
          <p:cNvPr id="7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487" y="3515374"/>
            <a:ext cx="1990725" cy="2305050"/>
          </a:xfrm>
          <a:prstGeom prst="rect">
            <a:avLst/>
          </a:prstGeom>
        </p:spPr>
      </p:pic>
      <p:pic>
        <p:nvPicPr>
          <p:cNvPr id="8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362" y="3559608"/>
            <a:ext cx="1990725" cy="2305050"/>
          </a:xfrm>
          <a:prstGeom prst="rect">
            <a:avLst/>
          </a:prstGeom>
        </p:spPr>
      </p:pic>
      <p:pic>
        <p:nvPicPr>
          <p:cNvPr id="9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3792" y="3596914"/>
            <a:ext cx="1990725" cy="2305050"/>
          </a:xfrm>
          <a:prstGeom prst="rect">
            <a:avLst/>
          </a:prstGeom>
        </p:spPr>
      </p:pic>
      <p:pic>
        <p:nvPicPr>
          <p:cNvPr id="10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649" y="3510107"/>
            <a:ext cx="1990725" cy="2305050"/>
          </a:xfrm>
          <a:prstGeom prst="rect">
            <a:avLst/>
          </a:prstGeom>
        </p:spPr>
      </p:pic>
      <p:pic>
        <p:nvPicPr>
          <p:cNvPr id="11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554" y="463117"/>
            <a:ext cx="1990725" cy="2305050"/>
          </a:xfrm>
          <a:prstGeom prst="rect">
            <a:avLst/>
          </a:prstGeom>
        </p:spPr>
      </p:pic>
      <p:pic>
        <p:nvPicPr>
          <p:cNvPr id="12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739" y="368805"/>
            <a:ext cx="1990725" cy="2305050"/>
          </a:xfrm>
          <a:prstGeom prst="rect">
            <a:avLst/>
          </a:prstGeom>
        </p:spPr>
      </p:pic>
      <p:pic>
        <p:nvPicPr>
          <p:cNvPr id="13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37" y="368805"/>
            <a:ext cx="199072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37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6" t="12096" r="22662" b="20256"/>
          <a:stretch/>
        </p:blipFill>
        <p:spPr>
          <a:xfrm>
            <a:off x="5306286" y="138539"/>
            <a:ext cx="2064329" cy="2701637"/>
          </a:xfrm>
          <a:prstGeom prst="rect">
            <a:avLst/>
          </a:prstGeom>
        </p:spPr>
      </p:pic>
      <p:pic>
        <p:nvPicPr>
          <p:cNvPr id="11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6" t="12096" r="22662" b="20256"/>
          <a:stretch/>
        </p:blipFill>
        <p:spPr>
          <a:xfrm>
            <a:off x="4655129" y="3934684"/>
            <a:ext cx="2064329" cy="2701637"/>
          </a:xfrm>
          <a:prstGeom prst="rect">
            <a:avLst/>
          </a:prstGeom>
        </p:spPr>
      </p:pic>
      <p:pic>
        <p:nvPicPr>
          <p:cNvPr id="12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6" t="12096" r="22662" b="20256"/>
          <a:stretch/>
        </p:blipFill>
        <p:spPr>
          <a:xfrm>
            <a:off x="2611582" y="4038595"/>
            <a:ext cx="2064329" cy="2701637"/>
          </a:xfrm>
          <a:prstGeom prst="rect">
            <a:avLst/>
          </a:prstGeom>
        </p:spPr>
      </p:pic>
      <p:pic>
        <p:nvPicPr>
          <p:cNvPr id="14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6" t="12096" r="22662" b="20256"/>
          <a:stretch/>
        </p:blipFill>
        <p:spPr>
          <a:xfrm>
            <a:off x="8742223" y="3934684"/>
            <a:ext cx="2064329" cy="2701637"/>
          </a:xfrm>
          <a:prstGeom prst="rect">
            <a:avLst/>
          </a:prstGeom>
        </p:spPr>
      </p:pic>
      <p:pic>
        <p:nvPicPr>
          <p:cNvPr id="15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6" t="12096" r="22662" b="20256"/>
          <a:stretch/>
        </p:blipFill>
        <p:spPr>
          <a:xfrm>
            <a:off x="6677894" y="3934684"/>
            <a:ext cx="2064329" cy="2701637"/>
          </a:xfrm>
          <a:prstGeom prst="rect">
            <a:avLst/>
          </a:prstGeom>
        </p:spPr>
      </p:pic>
      <p:pic>
        <p:nvPicPr>
          <p:cNvPr id="16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6" t="12096" r="22662" b="20256"/>
          <a:stretch/>
        </p:blipFill>
        <p:spPr>
          <a:xfrm>
            <a:off x="7370615" y="1440870"/>
            <a:ext cx="2064329" cy="2701637"/>
          </a:xfrm>
          <a:prstGeom prst="rect">
            <a:avLst/>
          </a:prstGeom>
        </p:spPr>
      </p:pic>
      <p:pic>
        <p:nvPicPr>
          <p:cNvPr id="17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6" t="12096" r="22662" b="20256"/>
          <a:stretch/>
        </p:blipFill>
        <p:spPr>
          <a:xfrm>
            <a:off x="9434944" y="665015"/>
            <a:ext cx="2064329" cy="2701637"/>
          </a:xfrm>
          <a:prstGeom prst="rect">
            <a:avLst/>
          </a:prstGeom>
        </p:spPr>
      </p:pic>
      <p:pic>
        <p:nvPicPr>
          <p:cNvPr id="18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6" t="12096" r="22662" b="20256"/>
          <a:stretch/>
        </p:blipFill>
        <p:spPr>
          <a:xfrm>
            <a:off x="969816" y="138538"/>
            <a:ext cx="2064329" cy="2701637"/>
          </a:xfrm>
          <a:prstGeom prst="rect">
            <a:avLst/>
          </a:prstGeom>
        </p:spPr>
      </p:pic>
      <p:pic>
        <p:nvPicPr>
          <p:cNvPr id="19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6" t="12096" r="22662" b="20256"/>
          <a:stretch/>
        </p:blipFill>
        <p:spPr>
          <a:xfrm>
            <a:off x="3235040" y="1440869"/>
            <a:ext cx="2064329" cy="2701637"/>
          </a:xfrm>
          <a:prstGeom prst="rect">
            <a:avLst/>
          </a:prstGeom>
        </p:spPr>
      </p:pic>
      <p:pic>
        <p:nvPicPr>
          <p:cNvPr id="20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6" t="12096" r="22662" b="20256"/>
          <a:stretch/>
        </p:blipFill>
        <p:spPr>
          <a:xfrm>
            <a:off x="526471" y="3934688"/>
            <a:ext cx="2064329" cy="270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5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8" t="9443" r="22074" b="15694"/>
          <a:stretch/>
        </p:blipFill>
        <p:spPr>
          <a:xfrm>
            <a:off x="6653644" y="3491346"/>
            <a:ext cx="2230581" cy="3186546"/>
          </a:xfrm>
        </p:spPr>
      </p:pic>
      <p:pic>
        <p:nvPicPr>
          <p:cNvPr id="5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8" t="9443" r="22074" b="15694"/>
          <a:stretch/>
        </p:blipFill>
        <p:spPr>
          <a:xfrm>
            <a:off x="4575462" y="3491346"/>
            <a:ext cx="2230581" cy="3186546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8" t="9443" r="22074" b="15694"/>
          <a:stretch/>
        </p:blipFill>
        <p:spPr>
          <a:xfrm>
            <a:off x="2507672" y="3491346"/>
            <a:ext cx="2230581" cy="3186546"/>
          </a:xfrm>
          <a:prstGeom prst="rect">
            <a:avLst/>
          </a:prstGeom>
        </p:spPr>
      </p:pic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8" t="9443" r="22074" b="15694"/>
          <a:stretch/>
        </p:blipFill>
        <p:spPr>
          <a:xfrm>
            <a:off x="429490" y="3491346"/>
            <a:ext cx="2230581" cy="3186546"/>
          </a:xfrm>
          <a:prstGeom prst="rect">
            <a:avLst/>
          </a:prstGeom>
        </p:spPr>
      </p:pic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8" t="9443" r="22074" b="15694"/>
          <a:stretch/>
        </p:blipFill>
        <p:spPr>
          <a:xfrm>
            <a:off x="2625435" y="152400"/>
            <a:ext cx="2230581" cy="3186546"/>
          </a:xfrm>
          <a:prstGeom prst="rect">
            <a:avLst/>
          </a:prstGeom>
        </p:spPr>
      </p:pic>
      <p:pic>
        <p:nvPicPr>
          <p:cNvPr id="9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8" t="9443" r="22074" b="15694"/>
          <a:stretch/>
        </p:blipFill>
        <p:spPr>
          <a:xfrm>
            <a:off x="4856016" y="0"/>
            <a:ext cx="2230581" cy="3186546"/>
          </a:xfrm>
          <a:prstGeom prst="rect">
            <a:avLst/>
          </a:prstGeom>
        </p:spPr>
      </p:pic>
      <p:pic>
        <p:nvPicPr>
          <p:cNvPr id="10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8" t="9443" r="22074" b="15694"/>
          <a:stretch/>
        </p:blipFill>
        <p:spPr>
          <a:xfrm>
            <a:off x="8721434" y="3491346"/>
            <a:ext cx="2230581" cy="3186546"/>
          </a:xfrm>
          <a:prstGeom prst="rect">
            <a:avLst/>
          </a:prstGeom>
        </p:spPr>
      </p:pic>
      <p:pic>
        <p:nvPicPr>
          <p:cNvPr id="11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8" t="9443" r="22074" b="15694"/>
          <a:stretch/>
        </p:blipFill>
        <p:spPr>
          <a:xfrm>
            <a:off x="124691" y="0"/>
            <a:ext cx="2230581" cy="3186546"/>
          </a:xfrm>
          <a:prstGeom prst="rect">
            <a:avLst/>
          </a:prstGeom>
        </p:spPr>
      </p:pic>
      <p:pic>
        <p:nvPicPr>
          <p:cNvPr id="12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8" t="9443" r="22074" b="15694"/>
          <a:stretch/>
        </p:blipFill>
        <p:spPr>
          <a:xfrm>
            <a:off x="9026238" y="152400"/>
            <a:ext cx="2230581" cy="3186546"/>
          </a:xfrm>
          <a:prstGeom prst="rect">
            <a:avLst/>
          </a:prstGeom>
        </p:spPr>
      </p:pic>
      <p:pic>
        <p:nvPicPr>
          <p:cNvPr id="13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8" t="9443" r="22074" b="15694"/>
          <a:stretch/>
        </p:blipFill>
        <p:spPr>
          <a:xfrm>
            <a:off x="6941127" y="152400"/>
            <a:ext cx="2230581" cy="318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00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83" y="139903"/>
            <a:ext cx="2406361" cy="322502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105" y="3632980"/>
            <a:ext cx="2406361" cy="322502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744" y="3517323"/>
            <a:ext cx="2406361" cy="322502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83" y="3517323"/>
            <a:ext cx="2406361" cy="322502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801" y="763357"/>
            <a:ext cx="2406361" cy="322502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466" y="3632980"/>
            <a:ext cx="2406361" cy="322502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801" y="0"/>
            <a:ext cx="2406361" cy="322502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220" y="407960"/>
            <a:ext cx="2406361" cy="322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95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05" y="137607"/>
            <a:ext cx="2433741" cy="2882684"/>
          </a:xfrm>
        </p:spPr>
      </p:pic>
      <p:pic>
        <p:nvPicPr>
          <p:cNvPr id="5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927" y="3434988"/>
            <a:ext cx="2433741" cy="2882684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928" y="137607"/>
            <a:ext cx="2433741" cy="2882684"/>
          </a:xfrm>
          <a:prstGeom prst="rect">
            <a:avLst/>
          </a:prstGeom>
        </p:spPr>
      </p:pic>
      <p:pic>
        <p:nvPicPr>
          <p:cNvPr id="7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669" y="3559680"/>
            <a:ext cx="2433741" cy="2882684"/>
          </a:xfrm>
          <a:prstGeom prst="rect">
            <a:avLst/>
          </a:prstGeom>
        </p:spPr>
      </p:pic>
      <p:pic>
        <p:nvPicPr>
          <p:cNvPr id="8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669" y="137607"/>
            <a:ext cx="2433741" cy="2882684"/>
          </a:xfrm>
          <a:prstGeom prst="rect">
            <a:avLst/>
          </a:prstGeom>
        </p:spPr>
      </p:pic>
      <p:pic>
        <p:nvPicPr>
          <p:cNvPr id="9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946" y="247504"/>
            <a:ext cx="2433741" cy="2882684"/>
          </a:xfrm>
          <a:prstGeom prst="rect">
            <a:avLst/>
          </a:prstGeom>
        </p:spPr>
      </p:pic>
      <p:pic>
        <p:nvPicPr>
          <p:cNvPr id="10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185" y="3559680"/>
            <a:ext cx="2433741" cy="2882684"/>
          </a:xfrm>
          <a:prstGeom prst="rect">
            <a:avLst/>
          </a:prstGeom>
        </p:spPr>
      </p:pic>
      <p:pic>
        <p:nvPicPr>
          <p:cNvPr id="11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186" y="137607"/>
            <a:ext cx="2433741" cy="2882684"/>
          </a:xfrm>
          <a:prstGeom prst="rect">
            <a:avLst/>
          </a:prstGeom>
        </p:spPr>
      </p:pic>
      <p:pic>
        <p:nvPicPr>
          <p:cNvPr id="12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945" y="3559680"/>
            <a:ext cx="2433741" cy="2882684"/>
          </a:xfrm>
          <a:prstGeom prst="rect">
            <a:avLst/>
          </a:prstGeom>
        </p:spPr>
      </p:pic>
      <p:pic>
        <p:nvPicPr>
          <p:cNvPr id="13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04" y="3662180"/>
            <a:ext cx="2433741" cy="288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57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000" y="219003"/>
            <a:ext cx="3288290" cy="3288290"/>
          </a:xfrm>
        </p:spPr>
      </p:pic>
      <p:pic>
        <p:nvPicPr>
          <p:cNvPr id="5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347" y="219003"/>
            <a:ext cx="3288290" cy="3288290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637" y="3156166"/>
            <a:ext cx="3288290" cy="3288290"/>
          </a:xfrm>
          <a:prstGeom prst="rect">
            <a:avLst/>
          </a:prstGeom>
        </p:spPr>
      </p:pic>
      <p:pic>
        <p:nvPicPr>
          <p:cNvPr id="7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637" y="122021"/>
            <a:ext cx="3288290" cy="3288290"/>
          </a:xfrm>
          <a:prstGeom prst="rect">
            <a:avLst/>
          </a:prstGeom>
        </p:spPr>
      </p:pic>
      <p:pic>
        <p:nvPicPr>
          <p:cNvPr id="8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347" y="3472368"/>
            <a:ext cx="3288290" cy="3288290"/>
          </a:xfrm>
          <a:prstGeom prst="rect">
            <a:avLst/>
          </a:prstGeom>
        </p:spPr>
      </p:pic>
      <p:pic>
        <p:nvPicPr>
          <p:cNvPr id="9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529" y="3410311"/>
            <a:ext cx="3288290" cy="328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50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9" t="8911" r="10190" b="18927"/>
          <a:stretch/>
        </p:blipFill>
        <p:spPr>
          <a:xfrm>
            <a:off x="935183" y="3612663"/>
            <a:ext cx="3048000" cy="3015049"/>
          </a:xfrm>
        </p:spPr>
      </p:pic>
      <p:pic>
        <p:nvPicPr>
          <p:cNvPr id="5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9" t="8911" r="10190" b="18927"/>
          <a:stretch/>
        </p:blipFill>
        <p:spPr>
          <a:xfrm>
            <a:off x="3269673" y="199205"/>
            <a:ext cx="3048000" cy="3015049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9" t="8911" r="10190" b="18927"/>
          <a:stretch/>
        </p:blipFill>
        <p:spPr>
          <a:xfrm>
            <a:off x="5929746" y="0"/>
            <a:ext cx="3048000" cy="3015049"/>
          </a:xfrm>
          <a:prstGeom prst="rect">
            <a:avLst/>
          </a:prstGeom>
        </p:spPr>
      </p:pic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9" t="8911" r="10190" b="18927"/>
          <a:stretch/>
        </p:blipFill>
        <p:spPr>
          <a:xfrm>
            <a:off x="8977746" y="0"/>
            <a:ext cx="3048000" cy="3015049"/>
          </a:xfrm>
          <a:prstGeom prst="rect">
            <a:avLst/>
          </a:prstGeom>
        </p:spPr>
      </p:pic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9" t="8911" r="10190" b="18927"/>
          <a:stretch/>
        </p:blipFill>
        <p:spPr>
          <a:xfrm>
            <a:off x="3671455" y="3612664"/>
            <a:ext cx="3048000" cy="3015049"/>
          </a:xfrm>
          <a:prstGeom prst="rect">
            <a:avLst/>
          </a:prstGeom>
        </p:spPr>
      </p:pic>
      <p:pic>
        <p:nvPicPr>
          <p:cNvPr id="9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9" t="8911" r="10190" b="18927"/>
          <a:stretch/>
        </p:blipFill>
        <p:spPr>
          <a:xfrm>
            <a:off x="6303819" y="3413459"/>
            <a:ext cx="3048000" cy="3015049"/>
          </a:xfrm>
          <a:prstGeom prst="rect">
            <a:avLst/>
          </a:prstGeom>
        </p:spPr>
      </p:pic>
      <p:pic>
        <p:nvPicPr>
          <p:cNvPr id="10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9" t="8911" r="10190" b="18927"/>
          <a:stretch/>
        </p:blipFill>
        <p:spPr>
          <a:xfrm>
            <a:off x="9144000" y="3366655"/>
            <a:ext cx="3048000" cy="3015049"/>
          </a:xfrm>
          <a:prstGeom prst="rect">
            <a:avLst/>
          </a:prstGeom>
        </p:spPr>
      </p:pic>
      <p:pic>
        <p:nvPicPr>
          <p:cNvPr id="11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9" t="8911" r="10190" b="18927"/>
          <a:stretch/>
        </p:blipFill>
        <p:spPr>
          <a:xfrm>
            <a:off x="318655" y="199206"/>
            <a:ext cx="3048000" cy="301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636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t="8936" r="12483" b="7711"/>
          <a:stretch/>
        </p:blipFill>
        <p:spPr>
          <a:xfrm>
            <a:off x="2493816" y="124691"/>
            <a:ext cx="2507672" cy="2867892"/>
          </a:xfrm>
        </p:spPr>
      </p:pic>
      <p:pic>
        <p:nvPicPr>
          <p:cNvPr id="5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t="8936" r="12483" b="7711"/>
          <a:stretch/>
        </p:blipFill>
        <p:spPr>
          <a:xfrm>
            <a:off x="9490365" y="3311237"/>
            <a:ext cx="2507672" cy="2867892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t="8936" r="12483" b="7711"/>
          <a:stretch/>
        </p:blipFill>
        <p:spPr>
          <a:xfrm>
            <a:off x="4835236" y="90054"/>
            <a:ext cx="2507672" cy="2867892"/>
          </a:xfrm>
          <a:prstGeom prst="rect">
            <a:avLst/>
          </a:prstGeom>
        </p:spPr>
      </p:pic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t="8936" r="12483" b="7711"/>
          <a:stretch/>
        </p:blipFill>
        <p:spPr>
          <a:xfrm>
            <a:off x="7176656" y="124691"/>
            <a:ext cx="2507672" cy="2867892"/>
          </a:xfrm>
          <a:prstGeom prst="rect">
            <a:avLst/>
          </a:prstGeom>
        </p:spPr>
      </p:pic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t="8936" r="12483" b="7711"/>
          <a:stretch/>
        </p:blipFill>
        <p:spPr>
          <a:xfrm>
            <a:off x="9684328" y="159328"/>
            <a:ext cx="2507672" cy="2867892"/>
          </a:xfrm>
          <a:prstGeom prst="rect">
            <a:avLst/>
          </a:prstGeom>
        </p:spPr>
      </p:pic>
      <p:pic>
        <p:nvPicPr>
          <p:cNvPr id="9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t="8936" r="12483" b="7711"/>
          <a:stretch/>
        </p:blipFill>
        <p:spPr>
          <a:xfrm>
            <a:off x="7176656" y="3539837"/>
            <a:ext cx="2507672" cy="2867892"/>
          </a:xfrm>
          <a:prstGeom prst="rect">
            <a:avLst/>
          </a:prstGeom>
        </p:spPr>
      </p:pic>
      <p:pic>
        <p:nvPicPr>
          <p:cNvPr id="10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t="8936" r="12483" b="7711"/>
          <a:stretch/>
        </p:blipFill>
        <p:spPr>
          <a:xfrm>
            <a:off x="55420" y="3678383"/>
            <a:ext cx="2507672" cy="2867892"/>
          </a:xfrm>
          <a:prstGeom prst="rect">
            <a:avLst/>
          </a:prstGeom>
        </p:spPr>
      </p:pic>
      <p:pic>
        <p:nvPicPr>
          <p:cNvPr id="11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t="8936" r="12483" b="7711"/>
          <a:stretch/>
        </p:blipFill>
        <p:spPr>
          <a:xfrm>
            <a:off x="2362202" y="3678383"/>
            <a:ext cx="2507672" cy="2867892"/>
          </a:xfrm>
          <a:prstGeom prst="rect">
            <a:avLst/>
          </a:prstGeom>
        </p:spPr>
      </p:pic>
      <p:pic>
        <p:nvPicPr>
          <p:cNvPr id="12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t="8936" r="12483" b="7711"/>
          <a:stretch/>
        </p:blipFill>
        <p:spPr>
          <a:xfrm>
            <a:off x="4668984" y="3678383"/>
            <a:ext cx="2507672" cy="2867892"/>
          </a:xfrm>
          <a:prstGeom prst="rect">
            <a:avLst/>
          </a:prstGeom>
        </p:spPr>
      </p:pic>
      <p:pic>
        <p:nvPicPr>
          <p:cNvPr id="13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t="8936" r="12483" b="7711"/>
          <a:stretch/>
        </p:blipFill>
        <p:spPr>
          <a:xfrm>
            <a:off x="138546" y="124691"/>
            <a:ext cx="2507672" cy="286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83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" t="11545" r="4171" b="12565"/>
          <a:stretch/>
        </p:blipFill>
        <p:spPr>
          <a:xfrm>
            <a:off x="9379529" y="4605132"/>
            <a:ext cx="2590799" cy="2252868"/>
          </a:xfrm>
        </p:spPr>
      </p:pic>
      <p:pic>
        <p:nvPicPr>
          <p:cNvPr id="5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" t="11545" r="4171" b="12565"/>
          <a:stretch/>
        </p:blipFill>
        <p:spPr>
          <a:xfrm>
            <a:off x="9268692" y="2388404"/>
            <a:ext cx="2590799" cy="2252868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" t="11545" r="4171" b="12565"/>
          <a:stretch/>
        </p:blipFill>
        <p:spPr>
          <a:xfrm>
            <a:off x="9268693" y="0"/>
            <a:ext cx="2590799" cy="2252868"/>
          </a:xfrm>
          <a:prstGeom prst="rect">
            <a:avLst/>
          </a:prstGeom>
        </p:spPr>
      </p:pic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" t="11545" r="4171" b="12565"/>
          <a:stretch/>
        </p:blipFill>
        <p:spPr>
          <a:xfrm>
            <a:off x="4253347" y="4581940"/>
            <a:ext cx="2590799" cy="2252868"/>
          </a:xfrm>
          <a:prstGeom prst="rect">
            <a:avLst/>
          </a:prstGeom>
        </p:spPr>
      </p:pic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" t="11545" r="4171" b="12565"/>
          <a:stretch/>
        </p:blipFill>
        <p:spPr>
          <a:xfrm>
            <a:off x="955967" y="2399552"/>
            <a:ext cx="2590799" cy="2252868"/>
          </a:xfrm>
          <a:prstGeom prst="rect">
            <a:avLst/>
          </a:prstGeom>
        </p:spPr>
      </p:pic>
      <p:pic>
        <p:nvPicPr>
          <p:cNvPr id="9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" t="11545" r="4171" b="12565"/>
          <a:stretch/>
        </p:blipFill>
        <p:spPr>
          <a:xfrm>
            <a:off x="1039093" y="4637659"/>
            <a:ext cx="2590799" cy="2252868"/>
          </a:xfrm>
          <a:prstGeom prst="rect">
            <a:avLst/>
          </a:prstGeom>
        </p:spPr>
      </p:pic>
      <p:pic>
        <p:nvPicPr>
          <p:cNvPr id="10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" t="11545" r="4171" b="12565"/>
          <a:stretch/>
        </p:blipFill>
        <p:spPr>
          <a:xfrm>
            <a:off x="6788729" y="2329072"/>
            <a:ext cx="2590799" cy="2252868"/>
          </a:xfrm>
          <a:prstGeom prst="rect">
            <a:avLst/>
          </a:prstGeom>
        </p:spPr>
      </p:pic>
      <p:pic>
        <p:nvPicPr>
          <p:cNvPr id="11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" t="11545" r="4171" b="12565"/>
          <a:stretch/>
        </p:blipFill>
        <p:spPr>
          <a:xfrm>
            <a:off x="6899565" y="4558748"/>
            <a:ext cx="2590799" cy="2252868"/>
          </a:xfrm>
          <a:prstGeom prst="rect">
            <a:avLst/>
          </a:prstGeom>
        </p:spPr>
      </p:pic>
      <p:pic>
        <p:nvPicPr>
          <p:cNvPr id="12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" t="11545" r="4171" b="12565"/>
          <a:stretch/>
        </p:blipFill>
        <p:spPr>
          <a:xfrm>
            <a:off x="928255" y="189148"/>
            <a:ext cx="2590799" cy="2252868"/>
          </a:xfrm>
          <a:prstGeom prst="rect">
            <a:avLst/>
          </a:prstGeom>
        </p:spPr>
      </p:pic>
      <p:pic>
        <p:nvPicPr>
          <p:cNvPr id="13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" t="11545" r="4171" b="12565"/>
          <a:stretch/>
        </p:blipFill>
        <p:spPr>
          <a:xfrm>
            <a:off x="4364183" y="2358738"/>
            <a:ext cx="2590799" cy="2252868"/>
          </a:xfrm>
          <a:prstGeom prst="rect">
            <a:avLst/>
          </a:prstGeom>
        </p:spPr>
      </p:pic>
      <p:pic>
        <p:nvPicPr>
          <p:cNvPr id="14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" t="11545" r="4171" b="12565"/>
          <a:stretch/>
        </p:blipFill>
        <p:spPr>
          <a:xfrm>
            <a:off x="4197930" y="129062"/>
            <a:ext cx="2590799" cy="2252868"/>
          </a:xfrm>
          <a:prstGeom prst="rect">
            <a:avLst/>
          </a:prstGeom>
        </p:spPr>
      </p:pic>
      <p:pic>
        <p:nvPicPr>
          <p:cNvPr id="15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" t="11545" r="4171" b="12565"/>
          <a:stretch/>
        </p:blipFill>
        <p:spPr>
          <a:xfrm>
            <a:off x="6733312" y="46538"/>
            <a:ext cx="2590799" cy="225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35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9" t="11073" r="6460" b="15494"/>
          <a:stretch/>
        </p:blipFill>
        <p:spPr>
          <a:xfrm>
            <a:off x="180110" y="0"/>
            <a:ext cx="2438400" cy="2854037"/>
          </a:xfrm>
        </p:spPr>
      </p:pic>
      <p:pic>
        <p:nvPicPr>
          <p:cNvPr id="5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9" t="11073" r="6460" b="15494"/>
          <a:stretch/>
        </p:blipFill>
        <p:spPr>
          <a:xfrm>
            <a:off x="2618510" y="180109"/>
            <a:ext cx="2438400" cy="2854037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9" t="11073" r="6460" b="15494"/>
          <a:stretch/>
        </p:blipFill>
        <p:spPr>
          <a:xfrm>
            <a:off x="2923310" y="3449782"/>
            <a:ext cx="2438400" cy="2854037"/>
          </a:xfrm>
          <a:prstGeom prst="rect">
            <a:avLst/>
          </a:prstGeom>
        </p:spPr>
      </p:pic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9" t="11073" r="6460" b="15494"/>
          <a:stretch/>
        </p:blipFill>
        <p:spPr>
          <a:xfrm>
            <a:off x="484910" y="3449782"/>
            <a:ext cx="2438400" cy="2854037"/>
          </a:xfrm>
          <a:prstGeom prst="rect">
            <a:avLst/>
          </a:prstGeom>
        </p:spPr>
      </p:pic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9" t="11073" r="6460" b="15494"/>
          <a:stretch/>
        </p:blipFill>
        <p:spPr>
          <a:xfrm>
            <a:off x="5056910" y="180109"/>
            <a:ext cx="2438400" cy="2854037"/>
          </a:xfrm>
          <a:prstGeom prst="rect">
            <a:avLst/>
          </a:prstGeom>
        </p:spPr>
      </p:pic>
      <p:pic>
        <p:nvPicPr>
          <p:cNvPr id="9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9" t="11073" r="6460" b="15494"/>
          <a:stretch/>
        </p:blipFill>
        <p:spPr>
          <a:xfrm>
            <a:off x="5320147" y="3449781"/>
            <a:ext cx="2438400" cy="2854037"/>
          </a:xfrm>
          <a:prstGeom prst="rect">
            <a:avLst/>
          </a:prstGeom>
        </p:spPr>
      </p:pic>
      <p:pic>
        <p:nvPicPr>
          <p:cNvPr id="10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9" t="11073" r="6460" b="15494"/>
          <a:stretch/>
        </p:blipFill>
        <p:spPr>
          <a:xfrm>
            <a:off x="7273638" y="277091"/>
            <a:ext cx="2438400" cy="2854037"/>
          </a:xfrm>
          <a:prstGeom prst="rect">
            <a:avLst/>
          </a:prstGeom>
        </p:spPr>
      </p:pic>
      <p:pic>
        <p:nvPicPr>
          <p:cNvPr id="11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9" t="11073" r="6460" b="15494"/>
          <a:stretch/>
        </p:blipFill>
        <p:spPr>
          <a:xfrm>
            <a:off x="7495310" y="3449780"/>
            <a:ext cx="2438400" cy="2854037"/>
          </a:xfrm>
          <a:prstGeom prst="rect">
            <a:avLst/>
          </a:prstGeom>
        </p:spPr>
      </p:pic>
      <p:pic>
        <p:nvPicPr>
          <p:cNvPr id="12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9" t="11073" r="6460" b="15494"/>
          <a:stretch/>
        </p:blipFill>
        <p:spPr>
          <a:xfrm>
            <a:off x="9712038" y="3629891"/>
            <a:ext cx="2438400" cy="2854037"/>
          </a:xfrm>
          <a:prstGeom prst="rect">
            <a:avLst/>
          </a:prstGeom>
        </p:spPr>
      </p:pic>
      <p:pic>
        <p:nvPicPr>
          <p:cNvPr id="13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9" t="11073" r="6460" b="15494"/>
          <a:stretch/>
        </p:blipFill>
        <p:spPr>
          <a:xfrm>
            <a:off x="9490366" y="367146"/>
            <a:ext cx="2438400" cy="285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7601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Широкоэкранный</PresentationFormat>
  <Paragraphs>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New</dc:creator>
  <cp:lastModifiedBy>New</cp:lastModifiedBy>
  <cp:revision>2</cp:revision>
  <dcterms:created xsi:type="dcterms:W3CDTF">2024-06-03T08:11:19Z</dcterms:created>
  <dcterms:modified xsi:type="dcterms:W3CDTF">2024-06-03T08:26:05Z</dcterms:modified>
</cp:coreProperties>
</file>
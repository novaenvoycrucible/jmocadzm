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2383-E50C-43F9-AA18-8C63D96C5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BF48C-E94F-473F-AF3B-8DA1F8084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383A8-D310-43FE-A782-6550187E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227C3-039D-4003-AFDB-9B1CE4EF5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CA67F-F9C7-460F-994C-C7DE59FE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7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ADA3-99B6-42B6-8512-4AD860AA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EFE80-6502-41C3-9DA9-3FF3AD9A0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F9263-B13C-4C0E-AED3-AA611B5A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82032-59F7-4142-B439-3018098F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28CDA-2960-4961-B3C4-8159E4A6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9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4F6A-B8FA-403F-AE2B-5D811E39F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1F9BF-DBCD-438C-99B2-5FDB22E5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7F63-41BD-481C-B97A-52167245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7F3DA-9CA5-43B9-B1A0-92B30449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5C023-F409-4AF4-8C56-3D3907F2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2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C82C-4EF5-40E2-8840-5F88CE21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EE71-4A06-4E81-BAF6-F5F6A9B99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938C3-38BD-47A7-9788-CF7A632DE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A6204-52D1-498B-9100-71931453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7E4B1-FF6E-429F-B916-65B1F6D9B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85459-DE0F-48FE-B8D1-89E0A723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5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C5DF-369C-435C-A53F-B2AA8798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26582-4CA6-47EC-8CC4-0FB6E09F6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1E0B0-3941-4E04-8285-BCDBC98CC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1AC6E-3379-4DAA-A2D2-4A0B43465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F5DBF-9AA9-46DD-BB5C-01965AFCB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F244C4-41E5-407F-947D-3488E1E0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2FC2D-7BFF-46EB-BB72-71AD0911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6A619-DA28-4611-A824-C23254D6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8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66A7-D2B0-4E94-A453-42B95212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07FC93-20CD-494F-B49E-9475DCB8D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12143-1D10-41E7-B8D4-71151F5C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3696A-9BBD-45FC-84BB-5F34C0C2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11D3A-02B5-44DB-9749-5B76597A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61001-66B1-4C99-A934-B4F42153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7699D-4E79-4683-917E-7FC2BEFA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3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C7AC-FE1E-4F43-86E0-747792CA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21AB-1305-4649-9DEB-0AC2AE580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A9EED-279F-4C9C-88AC-2666BFC46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DBE2B-353F-4D60-B691-4CB74906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1A86A-72E8-4782-B551-A6108D4E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A8008-8ADA-41BC-A976-11BD340E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9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B196-E9F0-43DD-9323-A377732C2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FDE89-AB69-4290-8C00-4E6EB0942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778AC-AAD6-448D-B24C-C9B433AD6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E435B-883C-42B6-A926-9B253AE5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CA36E-575D-4E2F-9019-6597EB14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006A5-61AE-43A8-B7A0-1B0E0231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1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6F04-CC3C-4697-B3F5-36161DB5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E280A-BF7F-40E3-99C4-7952FA6A4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B39A9-CC95-4559-BEB5-70CF5D22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06486-521D-417C-B553-F95AF7B9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A3734-EB7E-4CC4-A9AD-ED309552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1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F724C-9673-4F37-9050-D2ADE3B14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3F877-0E1D-491E-8F45-FAE9B646E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EE9D-DBE6-4B68-9C38-BE3BD93A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89535-F78A-409A-AC13-8F9B4C15B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2275E-310A-419B-9F99-286A1EB1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8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DB9FA-1561-45AF-ABEE-521ABED29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00DF-0707-4CC3-B4FC-50714E2EA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37BB-F25A-4B44-9648-317BC1330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E59B5-F775-4AC4-B594-7B3768A3CA97}" type="datetimeFigureOut">
              <a:rPr lang="en-US" smtClean="0"/>
              <a:t>08/26/20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4F04-81D8-4209-803B-CAAF728AD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31985-DF53-4234-9671-6FFF5B9E8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8C4AD-F447-4D2E-BA36-C17F49F0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0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8A69-9E01-44EA-A244-AB77F1C9E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44B25-4D72-4733-9438-6B4035AF6A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0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Lior Yankovich</dc:creator>
  <cp:lastModifiedBy>Lior Yankovich</cp:lastModifiedBy>
  <cp:revision>1</cp:revision>
  <dcterms:created xsi:type="dcterms:W3CDTF">2020-08-26T14:15:59Z</dcterms:created>
  <dcterms:modified xsi:type="dcterms:W3CDTF">2020-08-26T14:16:23Z</dcterms:modified>
</cp:coreProperties>
</file>
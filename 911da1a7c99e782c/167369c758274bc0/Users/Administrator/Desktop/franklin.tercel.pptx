
<file path=[Content_Types].xml><?xml version="1.0" encoding="utf-8"?>
<Types xmlns="http://schemas.openxmlformats.org/package/2006/content-types">
  <Default Extension="emf" ContentType="image/x-emf"/>
  <Default Extension="mp4" ContentType="video/mp4"/>
  <Default Extension="png" ContentType="image/png"/>
  <Default Extension="rels" ContentType="application/vnd.openxmlformats-package.relationships+xml"/>
  <Default Extension="vtt" ContentType="text/vt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256" r:id="rId5"/>
    <p:sldId id="271" r:id="rId6"/>
    <p:sldId id="279" r:id="rId7"/>
    <p:sldId id="281" r:id="rId8"/>
    <p:sldId id="280" r:id="rId9"/>
    <p:sldId id="257" r:id="rId10"/>
    <p:sldId id="275" r:id="rId11"/>
    <p:sldId id="276"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241" autoAdjust="0"/>
  </p:normalViewPr>
  <p:slideViewPr>
    <p:cSldViewPr snapToGrid="0">
      <p:cViewPr varScale="1">
        <p:scale>
          <a:sx n="67" d="100"/>
          <a:sy n="67" d="100"/>
        </p:scale>
        <p:origin x="644" y="4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08/26/20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08/26/20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08/26/20</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08/26/20</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microsoft.com/office/2017/04/relationships/track" Target="../media/track1.vtt"/></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go.microsoft.com/fwlink/?LinkId=617172" TargetMode="External"/><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hyperlink" Target="https://go.microsoft.com/fwlink/?linkid=854609" TargetMode="External"/><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Welcome to PowerPoint</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5 tips for a simpler way to work</a:t>
            </a:r>
          </a:p>
        </p:txBody>
      </p:sp>
      <p:pic>
        <p:nvPicPr>
          <p:cNvPr id="4" name="Picture 3"/>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Designer helps you get your point across</a:t>
            </a:r>
          </a:p>
        </p:txBody>
      </p:sp>
      <p:pic>
        <p:nvPicPr>
          <p:cNvPr id="5" name="Picture 4" descr="Design ideas pane showing different design option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3333" y="1385113"/>
            <a:ext cx="8525933" cy="4577621"/>
          </a:xfrm>
          <a:prstGeom prst="rect">
            <a:avLst/>
          </a:prstGeom>
        </p:spPr>
      </p:pic>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PowerPoint Designer suggests professional designs for your presentation, based on the content in your slides. </a:t>
            </a:r>
          </a:p>
          <a:p>
            <a:pPr marL="0" lvl="0" indent="0">
              <a:spcAft>
                <a:spcPts val="600"/>
              </a:spcAft>
              <a:buNone/>
              <a:defRPr/>
            </a:pPr>
            <a:r>
              <a:rPr lang="en-US" dirty="0">
                <a:latin typeface="Segoe UI" panose="020B0502040204020203" pitchFamily="34" charset="0"/>
                <a:cs typeface="Segoe UI" panose="020B0502040204020203" pitchFamily="34" charset="0"/>
              </a:rPr>
              <a:t>Designer is a subscription-only feature. </a:t>
            </a:r>
            <a:r>
              <a:rPr lang="en-US" dirty="0">
                <a:solidFill>
                  <a:prstClr val="black">
                    <a:lumMod val="75000"/>
                    <a:lumOff val="25000"/>
                  </a:prstClr>
                </a:solidFill>
                <a:latin typeface="Segoe UI" panose="020B0502040204020203" pitchFamily="34" charset="0"/>
                <a:cs typeface="Segoe UI" panose="020B0502040204020203" pitchFamily="34" charset="0"/>
              </a:rPr>
              <a:t>If you have an Office 365 subscription, the next slide shows you how it works in a new presentation.</a:t>
            </a: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How to use PowerPoint Designer</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How it works:</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Start a new presentation by going to </a:t>
            </a:r>
            <a:r>
              <a:rPr lang="en-US" dirty="0">
                <a:solidFill>
                  <a:srgbClr val="D24726"/>
                </a:solidFill>
                <a:latin typeface="Segoe UI Semibold" panose="020B0702040204020203" pitchFamily="34" charset="0"/>
                <a:cs typeface="Segoe UI Semibold" panose="020B0702040204020203" pitchFamily="34" charset="0"/>
              </a:rPr>
              <a:t>File</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New</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Blank</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Presentation</a:t>
            </a:r>
            <a:r>
              <a:rPr lang="en-US" dirty="0">
                <a:solidFill>
                  <a:prstClr val="black">
                    <a:lumMod val="75000"/>
                    <a:lumOff val="25000"/>
                  </a:prstClr>
                </a:solidFill>
                <a:cs typeface="Segoe UI"/>
              </a:rPr>
              <a:t>.</a:t>
            </a:r>
          </a:p>
        </p:txBody>
      </p:sp>
      <p:grpSp>
        <p:nvGrpSpPr>
          <p:cNvPr id="33" name="Group 32" descr="Small circle with number 2 inside  indicating step 2"/>
          <p:cNvGrpSpPr/>
          <p:nvPr/>
        </p:nvGrpSpPr>
        <p:grpSpPr bwMode="blackWhite">
          <a:xfrm>
            <a:off x="531552" y="2804257"/>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On the very first slide, add a picture: Go to</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or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Online</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a:t>
            </a:r>
            <a:r>
              <a:rPr lang="en-US" dirty="0">
                <a:solidFill>
                  <a:prstClr val="black">
                    <a:lumMod val="75000"/>
                    <a:lumOff val="25000"/>
                  </a:prstClr>
                </a:solidFill>
                <a:latin typeface="Segoe UI" panose="020B0502040204020203" pitchFamily="34" charset="0"/>
                <a:cs typeface="Segoe UI" panose="020B0502040204020203" pitchFamily="34" charset="0"/>
              </a:rPr>
              <a:t>and choose the picture.</a:t>
            </a:r>
            <a:br>
              <a:rPr lang="en-US" dirty="0">
                <a:solidFill>
                  <a:prstClr val="black">
                    <a:lumMod val="75000"/>
                    <a:lumOff val="25000"/>
                  </a:prstClr>
                </a:solidFill>
                <a:latin typeface="Segoe UI" panose="020B0502040204020203" pitchFamily="34" charset="0"/>
                <a:cs typeface="Segoe UI" panose="020B0502040204020203" pitchFamily="34" charset="0"/>
              </a:rPr>
            </a:br>
            <a:br>
              <a:rPr lang="en-US" dirty="0">
                <a:solidFill>
                  <a:prstClr val="black">
                    <a:lumMod val="75000"/>
                    <a:lumOff val="25000"/>
                  </a:prstClr>
                </a:solidFill>
                <a:cs typeface="Segoe UI"/>
              </a:rPr>
            </a:b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picture.</a:t>
            </a:r>
          </a:p>
        </p:txBody>
      </p:sp>
      <p:pic>
        <p:nvPicPr>
          <p:cNvPr id="29" name="Picture 28" descr="Insert tab with option to insert pic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200" y="1455791"/>
            <a:ext cx="2795082" cy="1592728"/>
          </a:xfrm>
          <a:prstGeom prst="rect">
            <a:avLst/>
          </a:prstGeom>
        </p:spPr>
      </p:pic>
      <p:grpSp>
        <p:nvGrpSpPr>
          <p:cNvPr id="22" name="Group 21" descr="Small circle with number 3 inside  indicating step 3"/>
          <p:cNvGrpSpPr/>
          <p:nvPr/>
        </p:nvGrpSpPr>
        <p:grpSpPr bwMode="blackWhite">
          <a:xfrm>
            <a:off x="531552" y="420829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When PowerPoint asks your permission to get design ideas,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Let's Go</a:t>
            </a:r>
            <a:r>
              <a:rPr lang="en-US" dirty="0">
                <a:solidFill>
                  <a:prstClr val="black">
                    <a:lumMod val="75000"/>
                    <a:lumOff val="25000"/>
                  </a:prstClr>
                </a:solidFill>
                <a:cs typeface="Segoe UI"/>
              </a:rPr>
              <a:t>.</a:t>
            </a:r>
          </a:p>
        </p:txBody>
      </p:sp>
      <p:pic>
        <p:nvPicPr>
          <p:cNvPr id="23" name="Picture 22" descr="Design ideas dialog box asking for user confirmation to get design idea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033" y="3067244"/>
            <a:ext cx="2900887" cy="3506681"/>
          </a:xfrm>
          <a:prstGeom prst="rect">
            <a:avLst/>
          </a:prstGeom>
        </p:spPr>
      </p:pic>
      <p:grpSp>
        <p:nvGrpSpPr>
          <p:cNvPr id="37" name="Group 36" descr="Small circle with number 4 inside  indicating step 4"/>
          <p:cNvGrpSpPr/>
          <p:nvPr/>
        </p:nvGrpSpPr>
        <p:grpSpPr bwMode="blackWhite">
          <a:xfrm>
            <a:off x="531552" y="5137379"/>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Choose a design you like from the </a:t>
            </a:r>
            <a:r>
              <a:rPr lang="en-US" dirty="0">
                <a:solidFill>
                  <a:srgbClr val="D24726"/>
                </a:solidFill>
                <a:latin typeface="Segoe UI Semibold" panose="020B0702040204020203" pitchFamily="34" charset="0"/>
                <a:cs typeface="Segoe UI Semibold" panose="020B0702040204020203" pitchFamily="34" charset="0"/>
              </a:rPr>
              <a:t>Design Ideas </a:t>
            </a:r>
            <a:r>
              <a:rPr lang="en-US" dirty="0">
                <a:solidFill>
                  <a:prstClr val="black">
                    <a:lumMod val="75000"/>
                    <a:lumOff val="25000"/>
                  </a:prstClr>
                </a:solidFill>
                <a:latin typeface="Segoe UI" panose="020B0502040204020203" pitchFamily="34" charset="0"/>
                <a:cs typeface="Segoe UI" panose="020B0502040204020203" pitchFamily="34" charset="0"/>
              </a:rPr>
              <a:t>task pane.</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Morph</a:t>
            </a:r>
          </a:p>
        </p:txBody>
      </p:sp>
      <p:sp>
        <p:nvSpPr>
          <p:cNvPr id="5" name="Content Placeholder 4"/>
          <p:cNvSpPr>
            <a:spLocks noGrp="1"/>
          </p:cNvSpPr>
          <p:nvPr>
            <p:ph sz="half" idx="4294967295"/>
          </p:nvPr>
        </p:nvSpPr>
        <p:spPr>
          <a:xfrm>
            <a:off x="541610" y="1431010"/>
            <a:ext cx="4557164" cy="4790886"/>
          </a:xfrm>
        </p:spPr>
        <p:txBody>
          <a:bodyPr vert="horz" lIns="91440" tIns="45720" rIns="91440" bIns="45720" rtlCol="0">
            <a:normAutofit/>
          </a:bodyPr>
          <a:lstStyle/>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makes smooth animations and object movements in your presentation. You use two similar slides to perform the animation, but it looks to your audience like the action happens on one slide. </a:t>
            </a:r>
          </a:p>
          <a:p>
            <a:pPr marL="0" indent="0">
              <a:lnSpc>
                <a:spcPts val="1800"/>
              </a:lnSpc>
              <a:spcBef>
                <a:spcPts val="1000"/>
              </a:spcBef>
              <a:spcAft>
                <a:spcPts val="600"/>
              </a:spcAft>
              <a:buNone/>
            </a:pPr>
            <a:r>
              <a:rPr lang="en-US" sz="1200" b="1" dirty="0">
                <a:solidFill>
                  <a:srgbClr val="D24726"/>
                </a:solidFill>
                <a:latin typeface="Segoe UI" panose="020B0502040204020203" pitchFamily="34" charset="0"/>
                <a:cs typeface="Segoe UI" panose="020B0502040204020203" pitchFamily="34" charset="0"/>
              </a:rPr>
              <a:t>Play</a:t>
            </a:r>
            <a:r>
              <a:rPr lang="en-US" sz="1200" dirty="0">
                <a:solidFill>
                  <a:prstClr val="black">
                    <a:lumMod val="75000"/>
                    <a:lumOff val="25000"/>
                  </a:prstClr>
                </a:solidFill>
                <a:latin typeface="Segoe UI" panose="020B0502040204020203" pitchFamily="34" charset="0"/>
                <a:cs typeface="Segoe UI" panose="020B0502040204020203" pitchFamily="34" charset="0"/>
              </a:rPr>
              <a:t> the video on the right to see a quick example.</a:t>
            </a:r>
          </a:p>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is a subscription-only feature. If you have an Office 365 subscription, you can try it yourself with the steps on the next slide.</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Morph video" descr="Video showing an example of the Morph feature which can be played or paused using the short-key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displayLoc="media">
                        <p173:trackLst>
                          <p173:track id="{7D80394A-61EE-4513-90D2-E9A3DA581656}" label="caption" lang="" r:embed="rId4"/>
                        </p173:trackLst>
                      </p173:tracksInfo>
                    </p:ext>
                  </p14:extLst>
                </p14:media>
              </p:ext>
            </p:extLst>
          </p:nvPr>
        </p:nvPicPr>
        <p:blipFill>
          <a:blip r:embed="rId5"/>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Setting up </a:t>
            </a:r>
            <a:r>
              <a:rPr lang="en-US" dirty="0">
                <a:latin typeface="Segoe UI Light" panose="020B0502040204020203" pitchFamily="34" charset="0"/>
                <a:cs typeface="Segoe UI Light" panose="020B0502040204020203" pitchFamily="34" charset="0"/>
              </a:rPr>
              <a:t>Morph</a:t>
            </a:r>
          </a:p>
        </p:txBody>
      </p:sp>
      <p:sp>
        <p:nvSpPr>
          <p:cNvPr id="30"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t>Try it yourself with these two simple “planets”:</a:t>
            </a:r>
          </a:p>
        </p:txBody>
      </p:sp>
      <p:grpSp>
        <p:nvGrpSpPr>
          <p:cNvPr id="13" name="Group 12" descr="Small circle with number 1 inside  indicating step 1"/>
          <p:cNvGrpSpPr/>
          <p:nvPr/>
        </p:nvGrpSpPr>
        <p:grpSpPr bwMode="blackWhite">
          <a:xfrm>
            <a:off x="558723" y="1917997"/>
            <a:ext cx="558179" cy="409838"/>
            <a:chOff x="6953426" y="711274"/>
            <a:chExt cx="558179" cy="409838"/>
          </a:xfrm>
        </p:grpSpPr>
        <p:sp>
          <p:nvSpPr>
            <p:cNvPr id="14" name="Oval 1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16" name="Content Placeholder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2" name="Picture 1" descr="Slide thumbnail context menu showing the Duplicate Slide op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5391" y="1455491"/>
            <a:ext cx="1402148" cy="1803887"/>
          </a:xfrm>
          <a:prstGeom prst="rect">
            <a:avLst/>
          </a:prstGeom>
        </p:spPr>
      </p:pic>
      <p:grpSp>
        <p:nvGrpSpPr>
          <p:cNvPr id="18" name="Group 17" descr="Small circle with number 2 inside  indicating step 2"/>
          <p:cNvGrpSpPr/>
          <p:nvPr/>
        </p:nvGrpSpPr>
        <p:grpSpPr bwMode="blackWhite">
          <a:xfrm>
            <a:off x="558723" y="2896735"/>
            <a:ext cx="558179" cy="409838"/>
            <a:chOff x="6953426" y="711274"/>
            <a:chExt cx="558179" cy="409838"/>
          </a:xfrm>
        </p:grpSpPr>
        <p:sp>
          <p:nvSpPr>
            <p:cNvPr id="23" name="Oval 22"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5" name="Content Placeholder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shapes on the right in some way (move, resize, change color),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6" name="Picture 5" descr="Transition tab showing morph transi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3896" y="3159609"/>
            <a:ext cx="2468760" cy="1185923"/>
          </a:xfrm>
          <a:prstGeom prst="rect">
            <a:avLst/>
          </a:prstGeom>
        </p:spPr>
      </p:pic>
      <p:grpSp>
        <p:nvGrpSpPr>
          <p:cNvPr id="26" name="Group 25" descr="Small circle with number 3 inside  indicating step 3"/>
          <p:cNvGrpSpPr/>
          <p:nvPr/>
        </p:nvGrpSpPr>
        <p:grpSpPr bwMode="blackWhite">
          <a:xfrm>
            <a:off x="557319" y="4344232"/>
            <a:ext cx="558179" cy="409838"/>
            <a:chOff x="6953426" y="711274"/>
            <a:chExt cx="558179" cy="409838"/>
          </a:xfrm>
        </p:grpSpPr>
        <p:sp>
          <p:nvSpPr>
            <p:cNvPr id="27" name="Oval 2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29" name="Content Placeholder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circle morph!</a:t>
            </a:r>
          </a:p>
        </p:txBody>
      </p:sp>
      <p:pic>
        <p:nvPicPr>
          <p:cNvPr id="5" name="Picture 4" descr="Slide Show butt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7079" y="4344232"/>
            <a:ext cx="2134319" cy="887084"/>
          </a:xfrm>
          <a:prstGeom prst="rect">
            <a:avLst/>
          </a:prstGeom>
        </p:spPr>
      </p:pic>
      <p:sp>
        <p:nvSpPr>
          <p:cNvPr id="17" name="Content Placeholder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rPr>
              <a:t>.</a:t>
            </a:r>
          </a:p>
        </p:txBody>
      </p:sp>
      <p:cxnSp>
        <p:nvCxnSpPr>
          <p:cNvPr id="20" name="Straight Connector 19" descr="Light grey line separating Morph text and images"/>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 9" descr="Large, blue circle with a small light blue circle inside"/>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1" name="Oval 10" descr="Small light blue circle inside a large dark blue circle"/>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ma14="http://schemas.microsoft.com/office/mac/drawingml/2011/main" xmlns=""/>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24" name="Picture 23" descr="Curved arrow"/>
          <p:cNvPicPr/>
          <p:nvPr/>
        </p:nvPicPr>
        <p:blipFill>
          <a:blip r:embed="rId2"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3"/>
          <a:stretch>
            <a:fillRect/>
          </a:stretch>
        </p:blipFill>
        <p:spPr>
          <a:xfrm>
            <a:off x="7912741" y="1646170"/>
            <a:ext cx="2775459" cy="4531804"/>
          </a:xfrm>
          <a:prstGeom prst="rect">
            <a:avLst/>
          </a:prstGeom>
        </p:spPr>
      </p:pic>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5" name="Picture 4" descr="Tell Me box"/>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pic>
        <p:nvPicPr>
          <p:cNvPr id="7" name="Picture 6" descr="Animation tab showing zoom opti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5" tooltip="Give feedback about this tour"/>
              </a:rPr>
              <a:t>Give feedback about this tour</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11" name="Picture 10" descr="Tell Me box suggesti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pic>
        <p:nvPicPr>
          <p:cNvPr id="8" name="Picture 7" descr="Arrow pointing right with a hyperlink to the PowerPoint team blog. Select the image to visit the PowerPoint team blog ">
            <a:hlinkClick r:id="rId3" tooltip="Select here to visit the PowerPoint team blog."/>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pic>
        <p:nvPicPr>
          <p:cNvPr id="12" name="Picture 11" descr="Arrow pointing right with a hyperlink to give feedback about this tour. Select the image to give feedback about this tour">
            <a:hlinkClick r:id="rId5" tooltip="Select here to give feedback about this tour."/>
            <a:extLst>
              <a:ext uri="{FF2B5EF4-FFF2-40B4-BE49-F238E27FC236}">
                <a16:creationId xmlns:a16="http://schemas.microsoft.com/office/drawing/2014/main" id="{BA92070A-4E3D-4794-84A9-83B8DDF3A12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4944145"/>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25A0713-A64B-439B-91E9-551CE2BAEA8D}" vid="{FD9CE0B8-0910-4446-AF74-F335AEE71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{0F2E7CD1-2386-4F42-B5F6-53CA6F020F36}tf10001108_win32</Template>
  <TotalTime>0</TotalTime>
  <Words>622</Words>
  <Application>Microsoft Office PowerPoint</Application>
  <PresentationFormat>Widescreen</PresentationFormat>
  <Paragraphs>62</Paragraphs>
  <Slides>9</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Segoe UI</vt:lpstr>
      <vt:lpstr>Segoe UI Light</vt:lpstr>
      <vt:lpstr>Segoe UI Semibold</vt:lpstr>
      <vt:lpstr>WelcomeDoc</vt:lpstr>
      <vt:lpstr>Welcome to PowerPoint</vt:lpstr>
      <vt:lpstr>Designer helps you get your point across</vt:lpstr>
      <vt:lpstr>How to use PowerPoint Designer</vt:lpstr>
      <vt:lpstr>Morph</vt:lpstr>
      <vt:lpstr>Setting up Morph</vt:lpstr>
      <vt:lpstr>Working together in real time</vt:lpstr>
      <vt:lpstr>You’re an expert with Tell Me</vt:lpstr>
      <vt:lpstr>Explore without leaving your slides</vt:lpstr>
      <vt:lpstr>More questions about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Lior Yankovich</dc:creator>
  <cp:keywords/>
  <cp:lastModifiedBy>Lior Yankovich</cp:lastModifiedBy>
  <cp:revision>1</cp:revision>
  <dcterms:created xsi:type="dcterms:W3CDTF">2020-08-26T14:14:53Z</dcterms:created>
  <dcterms:modified xsi:type="dcterms:W3CDTF">2020-08-26T14:15:45Z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